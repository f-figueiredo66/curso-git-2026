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9" r:id="rId2"/>
    <p:sldId id="280" r:id="rId3"/>
    <p:sldId id="282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B3144A9C-363A-4B4F-8493-526741305DDC}">
          <p14:sldIdLst>
            <p14:sldId id="279"/>
            <p14:sldId id="280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86EF8-B269-493B-A125-C89C7306DF7F}" v="23" dt="2026-07-02T13:17:56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21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D06B-0390-9C79-5A8A-974B5ABB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D063D-E035-F917-10CF-05A2E1030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6928C-D0E8-1B89-2B6C-95938D674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64083-3D3A-BB88-6986-9A12D3C42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50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FF1DD-3398-860F-CFEC-1A71FF2B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E494A-D629-83F9-630B-1896F809C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E75B1-3500-D7B6-70F0-64940C655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891F1-DC10-BA39-8493-0249B81C4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03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4222-1CB9-28FB-941A-DCAB9369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FF15E-7E79-5AFA-F494-66916F5B5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8E5DE-A2C2-0374-DF0C-1FFFCB221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F1CAE-C009-5661-7878-B2E1D9496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1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B55D-56E5-AB32-8008-CCDDC464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2997489-94D6-08E0-0ED3-E3631712E480}"/>
              </a:ext>
            </a:extLst>
          </p:cNvPr>
          <p:cNvSpPr/>
          <p:nvPr/>
        </p:nvSpPr>
        <p:spPr>
          <a:xfrm>
            <a:off x="543154" y="76810"/>
            <a:ext cx="10058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1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 EXECUTIVO </a:t>
            </a:r>
            <a:r>
              <a:rPr lang="en-US" sz="2800" b="1" dirty="0">
                <a:solidFill>
                  <a:srgbClr val="DE111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</a:t>
            </a:r>
            <a:r>
              <a:rPr lang="en-US" sz="2800" b="1" dirty="0">
                <a:solidFill>
                  <a:srgbClr val="0E1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OPERAÇÕES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71F7C91-F099-33FE-AB7D-EF4C464690AD}"/>
              </a:ext>
            </a:extLst>
          </p:cNvPr>
          <p:cNvSpPr/>
          <p:nvPr/>
        </p:nvSpPr>
        <p:spPr>
          <a:xfrm>
            <a:off x="534924" y="491033"/>
            <a:ext cx="8229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56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Síntese das principais frentes, avanços e prioridades da semana</a:t>
            </a:r>
            <a:endParaRPr lang="en-US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EC4EF9-1E5D-FEEB-9160-166B57019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9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8AB70-4E5F-60F7-0823-020F5C32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CA2DBCC7-7F81-FEA3-A9CD-91B5C7C1AE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8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EF6F-86E7-2CA4-857C-65A33855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4080569-4635-B3A7-F37D-33867086B8BC}"/>
              </a:ext>
            </a:extLst>
          </p:cNvPr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sp>
          <p:nvSpPr>
            <p:cNvPr id="3" name="Text 0">
              <a:extLst>
                <a:ext uri="{FF2B5EF4-FFF2-40B4-BE49-F238E27FC236}">
                  <a16:creationId xmlns:a16="http://schemas.microsoft.com/office/drawing/2014/main" id="{5B3D1B50-FF00-8E46-9521-DA74F864EB49}"/>
                </a:ext>
              </a:extLst>
            </p:cNvPr>
            <p:cNvSpPr/>
            <p:nvPr/>
          </p:nvSpPr>
          <p:spPr>
            <a:xfrm>
              <a:off x="543154" y="76810"/>
              <a:ext cx="10058400" cy="457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2800" b="1">
                  <a:solidFill>
                    <a:srgbClr val="0E122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OVERVIEW EXECUTIVO </a:t>
              </a:r>
              <a:r>
                <a:rPr lang="en-US" sz="2800" b="1">
                  <a:solidFill>
                    <a:srgbClr val="DE111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|</a:t>
              </a:r>
              <a:r>
                <a:rPr lang="en-US" sz="2800" b="1">
                  <a:solidFill>
                    <a:srgbClr val="0E122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OPERAÇÕES</a:t>
              </a:r>
              <a:endParaRPr lang="en-US" sz="2800" dirty="0"/>
            </a:p>
          </p:txBody>
        </p:sp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BDE99771-DF02-C71F-C8AE-F3BE0D9E51B6}"/>
                </a:ext>
              </a:extLst>
            </p:cNvPr>
            <p:cNvSpPr/>
            <p:nvPr/>
          </p:nvSpPr>
          <p:spPr>
            <a:xfrm>
              <a:off x="534924" y="491033"/>
              <a:ext cx="822960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1200">
                  <a:solidFill>
                    <a:srgbClr val="656D8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Síntese das principais frentes, avanços e prioridades da semana</a:t>
              </a:r>
              <a:endParaRPr lang="en-US" sz="1200" dirty="0"/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6C91D3F8-1DCF-1629-6E70-BE6E03D59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EE267741-7106-F283-6C3D-B17128035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2358" y="4394101"/>
              <a:ext cx="876376" cy="7087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231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B177B4-7FF7-41D0-8D26-7FF964740CF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8440f7ca-4673-4ead-bc95-c9105b76d05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31</Words>
  <Application>Microsoft Office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Montserrat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Rafael Ximenes</cp:lastModifiedBy>
  <cp:revision>4</cp:revision>
  <dcterms:created xsi:type="dcterms:W3CDTF">2026-06-23T19:28:03Z</dcterms:created>
  <dcterms:modified xsi:type="dcterms:W3CDTF">2026-07-02T15:13:33Z</dcterms:modified>
</cp:coreProperties>
</file>